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600" b="1">
                <a:solidFill>
                  <a:srgbClr val="FFFFFF"/>
                </a:solidFill>
              </a:defRPr>
            </a:pPr>
            <a:r>
              <a:t>2026년 경영전략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DADE2"/>
                </a:solidFill>
              </a:defRPr>
            </a:pPr>
            <a:r>
              <a:t>디지털 전환을 통한 스마트 팩토리 실현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36576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DCDCDC"/>
                </a:solidFill>
              </a:defRPr>
            </a:pPr>
            <a:r>
              <a:t>가공비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-10%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DCDCDC"/>
                </a:solidFill>
              </a:defRPr>
            </a:pPr>
            <a:r>
              <a:t>품질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27AE60"/>
                </a:solidFill>
              </a:defRPr>
            </a:pPr>
            <a:r>
              <a:t>-10%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DCDCDC"/>
                </a:solidFill>
              </a:defRPr>
            </a:pPr>
            <a:r>
              <a:t>손실시간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</a:defRPr>
            </a:pPr>
            <a:r>
              <a:t>-5%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DADE2"/>
                </a:solidFill>
              </a:defRPr>
            </a:pPr>
            <a:r>
              <a:t>제조1팀  |  Manufacturing Team 1  |  2026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01. 과거 전략 회고 (2021~2022)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✓ 주요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MES System 구축 및 정착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WORST LINE/MODEL 집중 개선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SMD 설비 유실 개선 추진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평가가동율 지속 향상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⚠ 지속 과제 (미해결)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느린 대응 속도 (주간 단위)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수동적 원인 분석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재발 불량 반복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</a:defRPr>
            </a:pPr>
            <a:r>
              <a:t>• 순간유실 미관리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4360"/>
                </a:solidFill>
              </a:defRPr>
            </a:pPr>
            <a:r>
              <a:t>📊 과거 전략 핵심 키워드 TOP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57400"/>
            <a:ext cx="3200400" cy="1828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057400"/>
            <a:ext cx="3200400" cy="1828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965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78308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202회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유실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788920"/>
            <a:ext cx="3200400" cy="1828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788920"/>
            <a:ext cx="1822009" cy="1828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6849" y="269748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849" y="2697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146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115회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200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설비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520440"/>
            <a:ext cx="3200400" cy="1828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3520440"/>
            <a:ext cx="1774479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09319" y="34290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9319" y="3429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24612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112회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31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251960"/>
            <a:ext cx="3200400" cy="1828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3440" y="4251960"/>
            <a:ext cx="1679417" cy="18288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14257" y="4160520"/>
            <a:ext cx="457200" cy="45720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4257" y="41605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97764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106회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663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목표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983480"/>
            <a:ext cx="3200400" cy="1828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63440" y="4983480"/>
            <a:ext cx="1457607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92447" y="48920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2447" y="48920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70916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92회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669280"/>
            <a:ext cx="4023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95A5A6"/>
                </a:solidFill>
              </a:defRPr>
            </a:pPr>
            <a:r>
              <a:t>📁 분석 출처</a:t>
            </a:r>
          </a:p>
          <a:p>
            <a:pPr>
              <a:defRPr sz="1000">
                <a:solidFill>
                  <a:srgbClr val="95A5A6"/>
                </a:solidFill>
              </a:defRPr>
            </a:pPr>
            <a:r>
              <a:t>5개 과거 전략 PPT / 72개 슬라이드</a:t>
            </a:r>
            <a:br/>
            <a:r>
              <a:t>6,547줄 데이터 분석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02. 2026 전략 목표 및 차별화 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22860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500"/>
              </a:spcAft>
              <a:defRPr sz="2400" b="1">
                <a:solidFill>
                  <a:srgbClr val="FFFFFF"/>
                </a:solidFill>
              </a:defRPr>
            </a:pPr>
            <a:r>
              <a:t>🚀 과거 대비 혁신 포인트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실시간 대응: 주간 단위 → 초 단위 (1000배 빠름)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순간유실 가시화: 완전 신규 개념 (모바일 앱 원터치)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불량 재발 Zero: 사진 공유 + 자동 알람 시스템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데이터 기반: 자동 분석 TOOL → 순위화 → TOP 10 집중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54360"/>
                </a:solidFill>
              </a:defRPr>
            </a:pPr>
            <a:r>
              <a:t>Before / After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43891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과거 (21~22)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4389120"/>
            <a:ext cx="1828800" cy="3200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389120"/>
            <a:ext cx="1828800" cy="3200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개선도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389120"/>
            <a:ext cx="1828800" cy="3200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54360"/>
                </a:solidFill>
              </a:defRPr>
            </a:pPr>
            <a:r>
              <a:t>대응 속도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80060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480060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주간 단위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80060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80060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실시간 (초)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80060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1000배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6636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54360"/>
                </a:solidFill>
              </a:defRPr>
            </a:pPr>
            <a:r>
              <a:t>데이터 입력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51663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16636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수기 기록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1663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16636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원터치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1663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16636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10배 간편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54360"/>
                </a:solidFill>
              </a:defRPr>
            </a:pPr>
            <a:r>
              <a:t>불량 공유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553212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553212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구두 전달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53212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53212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자동 알람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532120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53212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97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54360"/>
                </a:solidFill>
              </a:defRPr>
            </a:pPr>
            <a:r>
              <a:t>재발 방지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5897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589788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수동 추적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5897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589788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자동 표시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897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89788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Zero 목표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03. 전략 1: 손실 시간 제로화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혁신: 순간유실 가시화 (완전 신규 개념)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자동분석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5603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MES DATA 활용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이상 감지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C/T 모니터링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순간유실 가시화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25603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초 단위 기록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모바일 원터치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LINE별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TOP 10 집중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80" y="25603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순위화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WORST 타격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리포트 자동화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8229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손실시간 5% 감소 → 점당 가공비 직접 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04. 전략 2: 불량 재발 Zero 챌린지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혁신: 사진 공유 시스템 (완전 신규)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즉시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5603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사진+MES 연동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자동 기록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즉시 업로드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전 조 자동 알람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25603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태그 분류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메모 공유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자동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재발 불량 추적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80" y="25603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재발 표시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월별 추적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Zero KPI화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8229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재발 불량 30% 감소 / 품질 불량 10% 감소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05. 전략 3: 설비 CAPA 증가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 계승: 과거 성공 요소 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C/T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011680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5603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DEEP 분석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최단거리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1초 줄이기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BASE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651760"/>
            <a:ext cx="2011680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25603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효율 유지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PM 강화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모니터링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920240"/>
            <a:ext cx="25603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공정 최적화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011680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80" y="25603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RADIAL2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SMD LAY OUT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• 배치 효율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8229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CAPA 증가 / OVERTIME 감소 / OH 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06. 2026 실행 로드맵 (Q1~Q4)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980B9"/>
                </a:solidFill>
              </a:defRPr>
            </a:pPr>
            <a:r>
              <a:t>Q1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85900"/>
            <a:ext cx="45720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485900"/>
            <a:ext cx="457200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15000" y="13944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3944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시스템 개발 (모바일 앱, 사진 공유, TOOL)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Q2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583180"/>
            <a:ext cx="45720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583180"/>
            <a:ext cx="342900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49174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917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파일럿 운영 (테스트 LINE, 피드백 반영)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Q3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680460"/>
            <a:ext cx="45720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680460"/>
            <a:ext cx="2286000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35890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5890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566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전사 확대 (전체 LINE 적용, 교육 실시)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Q4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77740"/>
            <a:ext cx="45720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4777740"/>
            <a:ext cx="114300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86000" y="468630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46863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6634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성과 평가 (목표 달성 점검, 고도화)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07. 종합 KPI 및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가공비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과거: 미달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920240"/>
            <a:ext cx="1463040" cy="146304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2456" y="2139696"/>
            <a:ext cx="1024127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2456" y="2139696"/>
            <a:ext cx="1024127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2026 목표: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품질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과거: 부분 달성</a:t>
            </a:r>
          </a:p>
        </p:txBody>
      </p:sp>
      <p:sp>
        <p:nvSpPr>
          <p:cNvPr id="12" name="Oval 11"/>
          <p:cNvSpPr/>
          <p:nvPr/>
        </p:nvSpPr>
        <p:spPr>
          <a:xfrm>
            <a:off x="3977640" y="1920240"/>
            <a:ext cx="1463040" cy="146304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97096" y="2139696"/>
            <a:ext cx="1024127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2139696"/>
            <a:ext cx="1024127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2026 목표: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손실시간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과거: 미관리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1920240"/>
            <a:ext cx="1463040" cy="146304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31736" y="2139696"/>
            <a:ext cx="1024127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1736" y="2139696"/>
            <a:ext cx="1024127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2026 목표: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54360"/>
                </a:solidFill>
              </a:defRPr>
            </a:pPr>
            <a:r>
              <a:t>🎯 최종 기대효과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8229600" cy="1828800"/>
          </a:xfrm>
          <a:prstGeom prst="round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기회손실 최소화 (실시간 대응으로 손실 즉시 차단)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설비 CAPA 증가 (C/T 단축 및 효율 향상)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OVERTIME 감소 (자동화로 인력 부담 감소)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점당 가공비 직접 절감 (종합 효과로 원가 절감)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▪ OH(간접비) 목표 달성 (전사 목표 기여)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